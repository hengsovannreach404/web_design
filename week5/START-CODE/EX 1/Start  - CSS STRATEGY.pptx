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3" autoAdjust="0"/>
    <p:restoredTop sz="94660"/>
  </p:normalViewPr>
  <p:slideViewPr>
    <p:cSldViewPr snapToGrid="0">
      <p:cViewPr>
        <p:scale>
          <a:sx n="150" d="100"/>
          <a:sy n="150" d="100"/>
        </p:scale>
        <p:origin x="108" y="-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06CC-8989-45E9-9CBA-F4EB43421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4D2ADB-B322-4A23-8CB8-54C5CA2D1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CCBEF-0F95-4D79-9120-8B7184D97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81FF4-1F21-464C-AB6D-14AD68997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8C222-395E-4647-9B2B-C32F2C623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40393-CD25-4AAD-A4F7-D998AF4D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11DF6-1729-4466-B11F-45323B9BF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35F4-95B3-4F04-A014-671D533E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B52-3426-40D9-9061-AACD9CAD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03D1B-68EC-4935-A098-D3E609096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0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E499F-1EDD-4187-9EAB-060B67A25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A5567-9E94-4AA3-AB3C-C9BB4D587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44507-CB1B-45E8-B9BC-4C7FCDAC7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558E-A1FC-422A-B21A-C387F29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604C5-6482-4281-9DA2-44FB6B0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37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C1175-F3DA-47A2-961C-7BFBA82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FC690-4AC0-4F70-AC75-E831DD5B6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832B9E-21D0-4A7E-865C-36E7EB8CA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B1183-66A7-44BD-A542-82536C11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CF1BE-2365-4469-8342-2AC3A0FB2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22835-4005-4901-B74B-1768D23C4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7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88AD2-B55E-4C4A-9B44-EF0F919A7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33032-D900-49EF-89FB-04E251365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F774A-AE30-4AA1-B4E8-61B8D1E6B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EFF342-DD5A-474A-96D8-1D96EE815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241F7E-7CC7-40E5-A690-93CFC5E39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88E9E-21D6-4E90-B507-876544FF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4F36AD-6D50-4404-BA61-FDD365EF9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FA4D96-C7F1-44EC-9067-50352111B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36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E2544-B01F-4A04-BAE1-75E68ABA6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1B370-C6E4-4F19-A437-687A5A4A6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A8E5A-FDC8-4C61-B5CE-08FB6934F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63E6EC-10C7-4420-A43D-67A3C5F1B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9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0EBBAB-9521-4571-8AFB-C384872C5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87F55-4F38-4E47-A300-58A9CDDB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FB973-1CD9-4053-977F-7C41DD64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67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AA612-5D41-4BDC-98E8-15EF770A6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9FC1-549D-421B-A6F5-1C191F180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6D952-B4BB-454A-959F-5993561DE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2B216-C243-4E32-9665-C19F0EB77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F3F664-8DB2-42D5-BE34-12AC45D6B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CA020A-B863-4E47-85F4-2CC1EB02B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63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9D3D9-D5DC-4D58-8566-C1721F9DA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D1ABF-DF47-4F7F-9526-323301095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9E5A-47F3-40F6-B808-65F47D369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E865E-1736-4BED-8291-5BAA50248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CA010-0A80-4215-982B-79D721101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640A04-16C7-41A6-B145-4BB6505B8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2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4D18-6291-459F-829C-7F2FFB7E8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560427-CEBE-4C22-9511-CE31FB934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64319-3D25-4B47-8303-86080C8BC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569AD-2859-4B56-9DF9-DE66B6948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B990-4269-4A38-9602-5681E04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06A27-0046-40C8-9A52-27491C66B4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04BBE-7B02-42BE-BD2E-701C50CCB2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8C23D-B2B7-4EA9-8CF3-49A2039C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19128-8A07-4674-9FAA-EFC2F9C5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96E5D-DF47-438F-AB42-09918313A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645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A8D336-0A7B-48B1-9B30-F3BE17D88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1FB1D-F9B9-417D-9DF5-C9C2839DB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65AD9-A427-4DF2-B2E4-7BB909E7FE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EE99-BDB4-4A2A-B2E9-74B86D049D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04746-4729-4FC3-8B13-76FD21E87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BA287-10D9-4DEF-BEE5-1983998D6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1B550-A97E-455A-81F5-91FAC710D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390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C2D02B6-1145-4799-99DB-44CD02686498}"/>
              </a:ext>
            </a:extLst>
          </p:cNvPr>
          <p:cNvSpPr txBox="1"/>
          <p:nvPr/>
        </p:nvSpPr>
        <p:spPr>
          <a:xfrm>
            <a:off x="3309660" y="406400"/>
            <a:ext cx="5572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Identify</a:t>
            </a:r>
            <a:r>
              <a:rPr lang="en-US" sz="2400" dirty="0"/>
              <a:t> root components of website below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1E41E-2407-443F-A384-76DD9D20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41" y="1530821"/>
            <a:ext cx="10128738" cy="445050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71804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476E2A-D8F6-9CDC-05AC-35FD2411D2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1364514"/>
            <a:ext cx="8764310" cy="324058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9F6ADF-6249-1778-B933-68BAEB978598}"/>
              </a:ext>
            </a:extLst>
          </p:cNvPr>
          <p:cNvSpPr/>
          <p:nvPr/>
        </p:nvSpPr>
        <p:spPr>
          <a:xfrm>
            <a:off x="0" y="1378582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60E155-0D92-58C7-8605-857548779AF5}"/>
              </a:ext>
            </a:extLst>
          </p:cNvPr>
          <p:cNvSpPr/>
          <p:nvPr/>
        </p:nvSpPr>
        <p:spPr>
          <a:xfrm>
            <a:off x="0" y="1688121"/>
            <a:ext cx="8736037" cy="29330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13F9F-E527-3118-4080-FAB3E9ACE438}"/>
              </a:ext>
            </a:extLst>
          </p:cNvPr>
          <p:cNvSpPr/>
          <p:nvPr/>
        </p:nvSpPr>
        <p:spPr>
          <a:xfrm>
            <a:off x="0" y="1983592"/>
            <a:ext cx="8736037" cy="2841622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A8DBC9-FA7D-F506-9A29-BB3D90E11FCA}"/>
              </a:ext>
            </a:extLst>
          </p:cNvPr>
          <p:cNvSpPr/>
          <p:nvPr/>
        </p:nvSpPr>
        <p:spPr>
          <a:xfrm>
            <a:off x="9161063" y="1197281"/>
            <a:ext cx="2785403" cy="3627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896180-E723-218A-142E-5576DC6B8CF3}"/>
              </a:ext>
            </a:extLst>
          </p:cNvPr>
          <p:cNvSpPr/>
          <p:nvPr/>
        </p:nvSpPr>
        <p:spPr>
          <a:xfrm>
            <a:off x="9161063" y="1197281"/>
            <a:ext cx="2785403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CFDC6F-D4D6-0F3B-0630-1D9F1C33A262}"/>
              </a:ext>
            </a:extLst>
          </p:cNvPr>
          <p:cNvSpPr/>
          <p:nvPr/>
        </p:nvSpPr>
        <p:spPr>
          <a:xfrm>
            <a:off x="9161062" y="1670397"/>
            <a:ext cx="2785403" cy="36933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header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F8646DB-A5EA-A0FC-01F6-E5B8D68CDE60}"/>
              </a:ext>
            </a:extLst>
          </p:cNvPr>
          <p:cNvCxnSpPr>
            <a:cxnSpLocks/>
          </p:cNvCxnSpPr>
          <p:nvPr/>
        </p:nvCxnSpPr>
        <p:spPr>
          <a:xfrm>
            <a:off x="8950047" y="1071209"/>
            <a:ext cx="0" cy="59918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EF7DE6-5017-37B5-7EE3-302E7C022AEA}"/>
              </a:ext>
            </a:extLst>
          </p:cNvPr>
          <p:cNvCxnSpPr>
            <a:cxnSpLocks/>
          </p:cNvCxnSpPr>
          <p:nvPr/>
        </p:nvCxnSpPr>
        <p:spPr>
          <a:xfrm>
            <a:off x="8938324" y="1688121"/>
            <a:ext cx="11722" cy="2933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613AB5-C2E0-BAE2-5B9D-6494E23AEA92}"/>
              </a:ext>
            </a:extLst>
          </p:cNvPr>
          <p:cNvCxnSpPr>
            <a:cxnSpLocks/>
          </p:cNvCxnSpPr>
          <p:nvPr/>
        </p:nvCxnSpPr>
        <p:spPr>
          <a:xfrm>
            <a:off x="8950046" y="2039729"/>
            <a:ext cx="1" cy="2785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4E39AD-64A4-A81D-28AB-B8500CFF2740}"/>
              </a:ext>
            </a:extLst>
          </p:cNvPr>
          <p:cNvSpPr txBox="1"/>
          <p:nvPr/>
        </p:nvSpPr>
        <p:spPr>
          <a:xfrm>
            <a:off x="9242854" y="1700990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8D41DD-4002-18AD-DFB2-046AE7D6F3A5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45E768-D285-F3A9-4EFF-01AEBB0686DE}"/>
              </a:ext>
            </a:extLst>
          </p:cNvPr>
          <p:cNvSpPr txBox="1"/>
          <p:nvPr/>
        </p:nvSpPr>
        <p:spPr>
          <a:xfrm>
            <a:off x="9242855" y="316658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971C65-1458-A498-439F-6BE39D4BE085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F7E6F3-6DD7-41AB-97C5-C66C2CFF05EE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348397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F94FCB-30B4-4100-AC13-A7A80EE88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2" y="1184132"/>
            <a:ext cx="7625852" cy="435163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1BEF89-8946-45C1-A17B-5B28F2164EA2}"/>
              </a:ext>
            </a:extLst>
          </p:cNvPr>
          <p:cNvSpPr/>
          <p:nvPr/>
        </p:nvSpPr>
        <p:spPr>
          <a:xfrm>
            <a:off x="293779" y="1197282"/>
            <a:ext cx="7625851" cy="369332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3FF0508-B402-4CDF-A355-9B14AE7D8DD8}"/>
              </a:ext>
            </a:extLst>
          </p:cNvPr>
          <p:cNvSpPr/>
          <p:nvPr/>
        </p:nvSpPr>
        <p:spPr>
          <a:xfrm>
            <a:off x="293779" y="1670396"/>
            <a:ext cx="7690697" cy="3865373"/>
          </a:xfrm>
          <a:prstGeom prst="round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93D7E9-7D7E-494D-9909-DC2C8C2DD8DA}"/>
              </a:ext>
            </a:extLst>
          </p:cNvPr>
          <p:cNvSpPr/>
          <p:nvPr/>
        </p:nvSpPr>
        <p:spPr>
          <a:xfrm>
            <a:off x="8803037" y="1197281"/>
            <a:ext cx="3143429" cy="4338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Main-content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441F0B-4004-4C75-B832-4747EEC07C05}"/>
              </a:ext>
            </a:extLst>
          </p:cNvPr>
          <p:cNvSpPr/>
          <p:nvPr/>
        </p:nvSpPr>
        <p:spPr>
          <a:xfrm>
            <a:off x="8803029" y="1197281"/>
            <a:ext cx="3143437" cy="49084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Nav-bar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5D857-F400-44CA-A188-D81140189259}"/>
              </a:ext>
            </a:extLst>
          </p:cNvPr>
          <p:cNvSpPr txBox="1"/>
          <p:nvPr/>
        </p:nvSpPr>
        <p:spPr>
          <a:xfrm>
            <a:off x="9242854" y="1197281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947B34-8C5A-44AA-B0E8-5ECDB56D32AC}"/>
              </a:ext>
            </a:extLst>
          </p:cNvPr>
          <p:cNvSpPr txBox="1"/>
          <p:nvPr/>
        </p:nvSpPr>
        <p:spPr>
          <a:xfrm>
            <a:off x="8988855" y="2080734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Flex: 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A8F587D-5C8D-49A7-A8DA-AC615AB56446}"/>
              </a:ext>
            </a:extLst>
          </p:cNvPr>
          <p:cNvCxnSpPr>
            <a:cxnSpLocks/>
          </p:cNvCxnSpPr>
          <p:nvPr/>
        </p:nvCxnSpPr>
        <p:spPr>
          <a:xfrm>
            <a:off x="8353585" y="1184132"/>
            <a:ext cx="0" cy="5168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479BC6-2D61-4A87-BB61-D7E288861E26}"/>
              </a:ext>
            </a:extLst>
          </p:cNvPr>
          <p:cNvCxnSpPr>
            <a:cxnSpLocks/>
          </p:cNvCxnSpPr>
          <p:nvPr/>
        </p:nvCxnSpPr>
        <p:spPr>
          <a:xfrm>
            <a:off x="8353585" y="1700990"/>
            <a:ext cx="0" cy="38347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EA53C3E-D1B2-45B8-8A56-2CDF68737E79}"/>
              </a:ext>
            </a:extLst>
          </p:cNvPr>
          <p:cNvSpPr txBox="1"/>
          <p:nvPr/>
        </p:nvSpPr>
        <p:spPr>
          <a:xfrm>
            <a:off x="196093" y="304339"/>
            <a:ext cx="969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Root</a:t>
            </a:r>
            <a:r>
              <a:rPr lang="en-US" dirty="0"/>
              <a:t> div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1C6D90-AE0D-480C-B9F5-20822AC75834}"/>
              </a:ext>
            </a:extLst>
          </p:cNvPr>
          <p:cNvSpPr txBox="1"/>
          <p:nvPr/>
        </p:nvSpPr>
        <p:spPr>
          <a:xfrm>
            <a:off x="509359" y="664278"/>
            <a:ext cx="16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Height: 100vh</a:t>
            </a:r>
          </a:p>
        </p:txBody>
      </p:sp>
    </p:spTree>
    <p:extLst>
      <p:ext uri="{BB962C8B-B14F-4D97-AF65-F5344CB8AC3E}">
        <p14:creationId xmlns:p14="http://schemas.microsoft.com/office/powerpoint/2010/main" val="53509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8302E0-B1C0-437F-B7DE-A6C445C36D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90399"/>
          <a:stretch/>
        </p:blipFill>
        <p:spPr>
          <a:xfrm>
            <a:off x="1035657" y="1530821"/>
            <a:ext cx="10120686" cy="42728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86D9F90-2DD7-4A56-90EE-54D2DF4F6173}"/>
              </a:ext>
            </a:extLst>
          </p:cNvPr>
          <p:cNvSpPr/>
          <p:nvPr/>
        </p:nvSpPr>
        <p:spPr>
          <a:xfrm>
            <a:off x="1005048" y="2749090"/>
            <a:ext cx="2095470" cy="4272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nav_left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C0E531-E297-498A-95E1-5B3685333FDC}"/>
              </a:ext>
            </a:extLst>
          </p:cNvPr>
          <p:cNvSpPr/>
          <p:nvPr/>
        </p:nvSpPr>
        <p:spPr>
          <a:xfrm>
            <a:off x="9091483" y="2749090"/>
            <a:ext cx="2034251" cy="42728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nav_right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ABF8BB-0F1A-4671-B7D7-625ECA38310C}"/>
              </a:ext>
            </a:extLst>
          </p:cNvPr>
          <p:cNvSpPr/>
          <p:nvPr/>
        </p:nvSpPr>
        <p:spPr>
          <a:xfrm>
            <a:off x="3100517" y="2749090"/>
            <a:ext cx="5990965" cy="4272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8E094CD-EEF8-4B0B-B544-E2AAFC333EE9}"/>
              </a:ext>
            </a:extLst>
          </p:cNvPr>
          <p:cNvCxnSpPr>
            <a:cxnSpLocks/>
          </p:cNvCxnSpPr>
          <p:nvPr/>
        </p:nvCxnSpPr>
        <p:spPr>
          <a:xfrm>
            <a:off x="1005048" y="2478230"/>
            <a:ext cx="20954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18AF54-764E-4369-9EEF-6F93FCE27BD0}"/>
              </a:ext>
            </a:extLst>
          </p:cNvPr>
          <p:cNvCxnSpPr>
            <a:cxnSpLocks/>
          </p:cNvCxnSpPr>
          <p:nvPr/>
        </p:nvCxnSpPr>
        <p:spPr>
          <a:xfrm>
            <a:off x="3100517" y="2478230"/>
            <a:ext cx="599096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F8BC195-044D-4CAA-9F58-F20D9106664D}"/>
              </a:ext>
            </a:extLst>
          </p:cNvPr>
          <p:cNvCxnSpPr>
            <a:cxnSpLocks/>
          </p:cNvCxnSpPr>
          <p:nvPr/>
        </p:nvCxnSpPr>
        <p:spPr>
          <a:xfrm>
            <a:off x="9091482" y="2457100"/>
            <a:ext cx="20954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FA05C4A-02C0-444F-B173-EA3CA4F6F9B3}"/>
              </a:ext>
            </a:extLst>
          </p:cNvPr>
          <p:cNvSpPr txBox="1"/>
          <p:nvPr/>
        </p:nvSpPr>
        <p:spPr>
          <a:xfrm>
            <a:off x="1089455" y="2087768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333638-FB01-42B0-8F42-7AE3EE93BD5F}"/>
              </a:ext>
            </a:extLst>
          </p:cNvPr>
          <p:cNvSpPr txBox="1"/>
          <p:nvPr/>
        </p:nvSpPr>
        <p:spPr>
          <a:xfrm>
            <a:off x="3100517" y="2061337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5B19E5-A7B8-40C5-9255-754059FC6D71}"/>
              </a:ext>
            </a:extLst>
          </p:cNvPr>
          <p:cNvSpPr txBox="1"/>
          <p:nvPr/>
        </p:nvSpPr>
        <p:spPr>
          <a:xfrm>
            <a:off x="9020639" y="2066013"/>
            <a:ext cx="787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Flex: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3A52A0-7D3D-4FB4-883B-07D45D1E5F33}"/>
              </a:ext>
            </a:extLst>
          </p:cNvPr>
          <p:cNvSpPr txBox="1"/>
          <p:nvPr/>
        </p:nvSpPr>
        <p:spPr>
          <a:xfrm>
            <a:off x="906575" y="3244334"/>
            <a:ext cx="3160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Flex-</a:t>
            </a:r>
            <a:r>
              <a:rPr lang="en-US" dirty="0" err="1"/>
              <a:t>direaction</a:t>
            </a:r>
            <a:r>
              <a:rPr lang="en-US" dirty="0"/>
              <a:t>: row;</a:t>
            </a:r>
          </a:p>
          <a:p>
            <a:r>
              <a:rPr lang="en-US" dirty="0"/>
              <a:t>justify-content: space-between;</a:t>
            </a:r>
          </a:p>
        </p:txBody>
      </p:sp>
    </p:spTree>
    <p:extLst>
      <p:ext uri="{BB962C8B-B14F-4D97-AF65-F5344CB8AC3E}">
        <p14:creationId xmlns:p14="http://schemas.microsoft.com/office/powerpoint/2010/main" val="2428918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8E47A4-33E6-4DF0-9CEC-962E9B8E0F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523"/>
          <a:stretch/>
        </p:blipFill>
        <p:spPr>
          <a:xfrm>
            <a:off x="414541" y="502920"/>
            <a:ext cx="7258799" cy="189700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2DDB36-F75A-4203-9FE2-08F26D380C50}"/>
              </a:ext>
            </a:extLst>
          </p:cNvPr>
          <p:cNvSpPr/>
          <p:nvPr/>
        </p:nvSpPr>
        <p:spPr>
          <a:xfrm>
            <a:off x="2065019" y="575001"/>
            <a:ext cx="822962" cy="1824925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0A7DDD-0BAD-4F3F-A51A-757AEB296F33}"/>
              </a:ext>
            </a:extLst>
          </p:cNvPr>
          <p:cNvSpPr/>
          <p:nvPr/>
        </p:nvSpPr>
        <p:spPr>
          <a:xfrm>
            <a:off x="2930844" y="538163"/>
            <a:ext cx="3012756" cy="1861763"/>
          </a:xfrm>
          <a:prstGeom prst="rect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0A05BA-5EA0-4C83-9499-FC62A8AEEB81}"/>
              </a:ext>
            </a:extLst>
          </p:cNvPr>
          <p:cNvSpPr/>
          <p:nvPr/>
        </p:nvSpPr>
        <p:spPr>
          <a:xfrm>
            <a:off x="1988820" y="2987041"/>
            <a:ext cx="4028701" cy="22860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1F6723-84B5-49A4-A503-C0EADAAE9092}"/>
              </a:ext>
            </a:extLst>
          </p:cNvPr>
          <p:cNvSpPr/>
          <p:nvPr/>
        </p:nvSpPr>
        <p:spPr>
          <a:xfrm>
            <a:off x="2065019" y="3101339"/>
            <a:ext cx="876299" cy="2026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Left-content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3683EB-19F1-4A3B-A8DE-9D6181E6B2E7}"/>
              </a:ext>
            </a:extLst>
          </p:cNvPr>
          <p:cNvSpPr/>
          <p:nvPr/>
        </p:nvSpPr>
        <p:spPr>
          <a:xfrm>
            <a:off x="3017517" y="3101338"/>
            <a:ext cx="2926083" cy="20269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Right-content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C18BC5-8D77-4583-ABC4-CD8B8106E760}"/>
              </a:ext>
            </a:extLst>
          </p:cNvPr>
          <p:cNvSpPr txBox="1"/>
          <p:nvPr/>
        </p:nvSpPr>
        <p:spPr>
          <a:xfrm>
            <a:off x="3056684" y="3121223"/>
            <a:ext cx="822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Flex: 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7D54FB-DF36-49FC-81F1-738F224EA561}"/>
              </a:ext>
            </a:extLst>
          </p:cNvPr>
          <p:cNvSpPr txBox="1"/>
          <p:nvPr/>
        </p:nvSpPr>
        <p:spPr>
          <a:xfrm>
            <a:off x="2065018" y="3121223"/>
            <a:ext cx="8229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Flex: 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45872D-3666-418B-8FED-BEB456F58777}"/>
              </a:ext>
            </a:extLst>
          </p:cNvPr>
          <p:cNvSpPr txBox="1"/>
          <p:nvPr/>
        </p:nvSpPr>
        <p:spPr>
          <a:xfrm>
            <a:off x="6374914" y="2936557"/>
            <a:ext cx="3321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 Left-content :</a:t>
            </a:r>
          </a:p>
          <a:p>
            <a:r>
              <a:rPr lang="en-US" dirty="0"/>
              <a:t>   flex-direction: row</a:t>
            </a:r>
          </a:p>
          <a:p>
            <a:r>
              <a:rPr lang="en-US" dirty="0"/>
              <a:t>. Right-content:</a:t>
            </a:r>
          </a:p>
          <a:p>
            <a:r>
              <a:rPr lang="en-US" dirty="0"/>
              <a:t>   flex-direction: column</a:t>
            </a:r>
          </a:p>
        </p:txBody>
      </p:sp>
    </p:spTree>
    <p:extLst>
      <p:ext uri="{BB962C8B-B14F-4D97-AF65-F5344CB8AC3E}">
        <p14:creationId xmlns:p14="http://schemas.microsoft.com/office/powerpoint/2010/main" val="1303578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84</Words>
  <Application>Microsoft Office PowerPoint</Application>
  <PresentationFormat>Widescreen</PresentationFormat>
  <Paragraphs>31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Ronan Ogor</dc:creator>
  <cp:lastModifiedBy>HENG Sovannreach</cp:lastModifiedBy>
  <cp:revision>2</cp:revision>
  <dcterms:created xsi:type="dcterms:W3CDTF">2024-08-04T11:27:57Z</dcterms:created>
  <dcterms:modified xsi:type="dcterms:W3CDTF">2025-11-17T16:31:29Z</dcterms:modified>
</cp:coreProperties>
</file>